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4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6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8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Marketing Analytics Project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457200" y="1211633"/>
            <a:ext cx="8229600" cy="3894267"/>
          </a:xfrm>
        </p:spPr>
        <p:txBody>
          <a:bodyPr anchor="ctr" anchorCtr="1"/>
          <a:p>
            <a:pPr algn="ctr" indent="0" marL="0">
              <a:buNone/>
            </a:pPr>
            <a:r>
              <a:t>Unified Ads Data Analysis</a:t>
            </a:r>
          </a:p>
          <a:p>
            <a:pPr algn="ctr" indent="0" marL="0">
              <a:buNone/>
            </a:pPr>
            <a:r>
              <a:t>Google, Facebook, TikTok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Problem Statement</a:t>
            </a:r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Ad data is fragmented across platforms, making comparison difficult.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 Sources</a:t>
            </a: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Google Ads CSV</a:t>
            </a:r>
          </a:p>
          <a:p>
            <a:r>
              <a:t>Facebook Ads CSV</a:t>
            </a:r>
          </a:p>
          <a:p>
            <a:r>
              <a:t>TikTok Ads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Architecture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CSV → Database → Unified Table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 Model</a:t>
            </a: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Unified fact table with standardized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Key Metrics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CTR, CPC, CPA, CVR, CPM, Funnel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Dashboard 1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457199" y="1166018"/>
            <a:ext cx="8229600" cy="4525963"/>
          </a:xfrm>
        </p:spPr>
        <p:txBody>
          <a:bodyPr/>
          <a:p>
            <a:r>
              <a:t>Platform comparison of KPIs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c</a:t>
            </a:r>
            <a:r>
              <a:rPr lang="en-US"/>
              <a:t>v</a:t>
            </a:r>
            <a:r>
              <a:rPr lang="en-US"/>
              <a:t>r</a:t>
            </a:r>
            <a:r>
              <a:rPr lang="en-US"/>
              <a:t>{</a:t>
            </a:r>
            <a:r>
              <a:rPr lang="en-US"/>
              <a:t>brown</a:t>
            </a:r>
            <a:r>
              <a:rPr lang="en-US"/>
              <a:t>}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p</a:t>
            </a:r>
            <a:r>
              <a:rPr lang="en-US"/>
              <a:t>a</a:t>
            </a:r>
            <a:r>
              <a:rPr lang="en-US"/>
              <a:t>{</a:t>
            </a:r>
            <a:r>
              <a:rPr lang="en-US"/>
              <a:t>g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}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p</a:t>
            </a:r>
            <a:r>
              <a:rPr lang="en-US"/>
              <a:t>c</a:t>
            </a:r>
            <a:r>
              <a:rPr lang="en-US"/>
              <a:t>{</a:t>
            </a:r>
            <a:r>
              <a:rPr lang="en-US"/>
              <a:t>p</a:t>
            </a:r>
            <a:r>
              <a:rPr lang="en-US"/>
              <a:t>i</a:t>
            </a:r>
            <a:r>
              <a:rPr lang="en-US"/>
              <a:t>n</a:t>
            </a:r>
            <a:r>
              <a:rPr lang="en-US"/>
              <a:t>k</a:t>
            </a:r>
            <a:r>
              <a:rPr lang="en-US"/>
              <a:t>}</a:t>
            </a:r>
            <a:r>
              <a:rPr lang="en-US"/>
              <a:t>)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fo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Tik</a:t>
            </a:r>
            <a:r>
              <a:rPr lang="en-US"/>
              <a:t>t</a:t>
            </a:r>
            <a:r>
              <a:rPr lang="en-US"/>
              <a:t>o</a:t>
            </a:r>
            <a:r>
              <a:rPr lang="en-US"/>
              <a:t>k</a:t>
            </a:r>
            <a:r>
              <a:rPr lang="en-US"/>
              <a:t>,</a:t>
            </a:r>
            <a:r>
              <a:rPr lang="en-US"/>
              <a:t> Google</a:t>
            </a:r>
            <a:r>
              <a:rPr lang="en-US"/>
              <a:t> </a:t>
            </a:r>
            <a:r>
              <a:rPr lang="en-US"/>
              <a:t>and</a:t>
            </a:r>
            <a:r>
              <a:rPr lang="en-US"/>
              <a:t> </a:t>
            </a:r>
            <a:r>
              <a:rPr lang="en-US"/>
              <a:t>F</a:t>
            </a:r>
            <a:r>
              <a:rPr lang="en-US"/>
              <a:t>a</a:t>
            </a:r>
            <a:r>
              <a:rPr lang="en-US"/>
              <a:t>c</a:t>
            </a:r>
            <a:r>
              <a:rPr lang="en-US"/>
              <a:t>e</a:t>
            </a:r>
            <a:r>
              <a:rPr lang="en-US"/>
              <a:t>b</a:t>
            </a:r>
            <a:r>
              <a:rPr lang="en-US"/>
              <a:t>o</a:t>
            </a:r>
            <a:r>
              <a:rPr lang="en-US"/>
              <a:t>o</a:t>
            </a:r>
            <a:r>
              <a:rPr lang="en-US"/>
              <a:t>k</a:t>
            </a:r>
            <a:r>
              <a:rPr lang="en-US"/>
              <a:t> 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p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v</a:t>
            </a:r>
            <a:r>
              <a:rPr lang="en-US"/>
              <a:t>e</a:t>
            </a:r>
            <a:r>
              <a:rPr lang="en-US"/>
              <a:t>l</a:t>
            </a:r>
            <a:r>
              <a:rPr lang="en-US"/>
              <a:t>y</a:t>
            </a:r>
            <a:r>
              <a:rPr lang="en-US"/>
              <a:t>.</a:t>
            </a:r>
            <a:endParaRPr altLang="en-US" lang="zh-CN"/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064619" y="2691422"/>
            <a:ext cx="6897187" cy="3000558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Dashboard 2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339633" y="1652841"/>
            <a:ext cx="8229600" cy="4525963"/>
          </a:xfrm>
        </p:spPr>
        <p:txBody>
          <a:bodyPr/>
          <a:p>
            <a:r>
              <a:t>Campaign performance</a:t>
            </a:r>
            <a:r>
              <a:rPr lang="en-US"/>
              <a:t> </a:t>
            </a:r>
            <a:r>
              <a:rPr lang="en-US"/>
              <a:t>b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c</a:t>
            </a:r>
            <a:r>
              <a:rPr lang="en-US"/>
              <a:t>k</a:t>
            </a:r>
            <a:r>
              <a:rPr lang="en-US"/>
              <a:t>s</a:t>
            </a:r>
            <a:endParaRPr altLang="en-US" lang="zh-CN"/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696422" y="2267628"/>
            <a:ext cx="6492057" cy="3866469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Insights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CPA </a:t>
            </a:r>
            <a:r>
              <a:rPr lang="en-US"/>
              <a:t>i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l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v</a:t>
            </a:r>
            <a:r>
              <a:rPr lang="en-US"/>
              <a:t>e</a:t>
            </a:r>
            <a:r>
              <a:rPr lang="en-US"/>
              <a:t>l</a:t>
            </a:r>
            <a:r>
              <a:rPr lang="en-US"/>
              <a:t>y</a:t>
            </a:r>
            <a:r>
              <a:rPr lang="en-US"/>
              <a:t> </a:t>
            </a:r>
            <a:r>
              <a:rPr lang="en-US"/>
              <a:t>u</a:t>
            </a:r>
            <a:r>
              <a:rPr lang="en-US"/>
              <a:t>n</a:t>
            </a:r>
            <a:r>
              <a:rPr lang="en-US"/>
              <a:t>i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r</a:t>
            </a:r>
            <a:r>
              <a:rPr lang="en-US"/>
              <a:t>m</a:t>
            </a:r>
            <a:r>
              <a:rPr lang="en-US"/>
              <a:t>,</a:t>
            </a:r>
            <a:r>
              <a:rPr lang="en-US"/>
              <a:t> </a:t>
            </a:r>
            <a:r>
              <a:rPr lang="en-US"/>
              <a:t>b</a:t>
            </a:r>
            <a:r>
              <a:rPr lang="en-US"/>
              <a:t>u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TikTok </a:t>
            </a:r>
            <a:r>
              <a:rPr lang="en-US"/>
              <a:t>h</a:t>
            </a:r>
            <a:r>
              <a:rPr lang="en-US"/>
              <a:t>a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t</a:t>
            </a:r>
            <a:r>
              <a:rPr lang="en-US"/>
              <a:t>h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h</a:t>
            </a:r>
            <a:r>
              <a:rPr lang="en-US"/>
              <a:t>i</a:t>
            </a:r>
            <a:r>
              <a:rPr lang="en-US"/>
              <a:t>g</a:t>
            </a:r>
            <a:r>
              <a:rPr lang="en-US"/>
              <a:t>h</a:t>
            </a:r>
            <a:r>
              <a:rPr lang="en-US"/>
              <a:t>e</a:t>
            </a:r>
            <a:r>
              <a:rPr lang="en-US"/>
              <a:t>s</a:t>
            </a:r>
            <a:r>
              <a:rPr lang="en-US"/>
              <a:t>t</a:t>
            </a:r>
            <a:r>
              <a:rPr lang="en-US"/>
              <a:t>.</a:t>
            </a:r>
            <a:endParaRPr altLang="en-US" lang="zh-CN"/>
          </a:p>
          <a:p>
            <a:r>
              <a:rPr altLang="en-US" lang="en-US"/>
              <a:t>T</a:t>
            </a:r>
            <a:r>
              <a:rPr altLang="en-US" lang="en-US"/>
              <a:t>h</a:t>
            </a:r>
            <a:r>
              <a:rPr altLang="en-US" lang="en-US"/>
              <a:t>e</a:t>
            </a:r>
            <a:r>
              <a:rPr altLang="en-US" lang="en-US"/>
              <a:t> </a:t>
            </a:r>
            <a:r>
              <a:rPr altLang="en-US" lang="en-US"/>
              <a:t>h</a:t>
            </a:r>
            <a:r>
              <a:rPr altLang="en-US" lang="en-US"/>
              <a:t>i</a:t>
            </a:r>
            <a:r>
              <a:rPr altLang="en-US" lang="en-US"/>
              <a:t>g</a:t>
            </a:r>
            <a:r>
              <a:rPr altLang="en-US" lang="en-US"/>
              <a:t>h</a:t>
            </a:r>
            <a:r>
              <a:rPr altLang="en-US" lang="en-US"/>
              <a:t>e</a:t>
            </a:r>
            <a:r>
              <a:rPr altLang="en-US" lang="en-US"/>
              <a:t>s</a:t>
            </a:r>
            <a:r>
              <a:rPr altLang="en-US" lang="en-US"/>
              <a:t>t</a:t>
            </a:r>
            <a:r>
              <a:rPr altLang="en-US" lang="en-US"/>
              <a:t> </a:t>
            </a:r>
            <a:r>
              <a:rPr altLang="en-US" lang="en-US"/>
              <a:t>C</a:t>
            </a:r>
            <a:r>
              <a:rPr altLang="en-US" lang="en-US"/>
              <a:t>P</a:t>
            </a:r>
            <a:r>
              <a:rPr altLang="en-US" lang="en-US"/>
              <a:t>C</a:t>
            </a:r>
            <a:r>
              <a:rPr altLang="en-US" lang="en-US"/>
              <a:t> </a:t>
            </a:r>
            <a:r>
              <a:rPr altLang="en-US" lang="en-US"/>
              <a:t>i</a:t>
            </a:r>
            <a:r>
              <a:rPr altLang="en-US" lang="en-US"/>
              <a:t>s</a:t>
            </a:r>
            <a:r>
              <a:rPr altLang="en-US" lang="en-US"/>
              <a:t> </a:t>
            </a:r>
            <a:r>
              <a:rPr altLang="en-US" lang="en-US"/>
              <a:t>Goo</a:t>
            </a:r>
            <a:r>
              <a:rPr altLang="en-US" lang="en-US"/>
              <a:t>g</a:t>
            </a:r>
            <a:r>
              <a:rPr altLang="en-US" lang="en-US"/>
              <a:t>l</a:t>
            </a:r>
            <a:r>
              <a:rPr altLang="en-US" lang="en-US"/>
              <a:t>e</a:t>
            </a:r>
            <a:r>
              <a:rPr altLang="en-US" lang="en-US"/>
              <a:t>'s</a:t>
            </a:r>
            <a:r>
              <a:rPr altLang="en-US" lang="en-US"/>
              <a:t>.</a:t>
            </a:r>
            <a:endParaRPr altLang="en-US" lang="zh-CN"/>
          </a:p>
          <a:p>
            <a:r>
              <a:rPr altLang="en-US" lang="en-US"/>
              <a:t>C</a:t>
            </a:r>
            <a:r>
              <a:rPr altLang="en-US" lang="en-US"/>
              <a:t>r</a:t>
            </a:r>
            <a:r>
              <a:rPr altLang="en-US" lang="en-US"/>
              <a:t>e</a:t>
            </a:r>
            <a:r>
              <a:rPr altLang="en-US" lang="en-US"/>
              <a:t>a</a:t>
            </a:r>
            <a:r>
              <a:rPr altLang="en-US" lang="en-US"/>
              <a:t>t</a:t>
            </a:r>
            <a:r>
              <a:rPr altLang="en-US" lang="en-US"/>
              <a:t>o</a:t>
            </a:r>
            <a:r>
              <a:rPr altLang="en-US" lang="en-US"/>
              <a:t>r </a:t>
            </a:r>
            <a:r>
              <a:rPr altLang="en-US" lang="en-US"/>
              <a:t>p</a:t>
            </a:r>
            <a:r>
              <a:rPr altLang="en-US" lang="en-US"/>
              <a:t>a</a:t>
            </a:r>
            <a:r>
              <a:rPr altLang="en-US" lang="en-US"/>
              <a:t>r</a:t>
            </a:r>
            <a:r>
              <a:rPr altLang="en-US" lang="en-US"/>
              <a:t>t</a:t>
            </a:r>
            <a:r>
              <a:rPr altLang="en-US" lang="en-US"/>
              <a:t>n</a:t>
            </a:r>
            <a:r>
              <a:rPr altLang="en-US" lang="en-US"/>
              <a:t>e</a:t>
            </a:r>
            <a:r>
              <a:rPr altLang="en-US" lang="en-US"/>
              <a:t>r</a:t>
            </a:r>
            <a:r>
              <a:rPr altLang="en-US" lang="en-US"/>
              <a:t>ship</a:t>
            </a:r>
            <a:r>
              <a:rPr altLang="en-US" lang="en-US"/>
              <a:t> </a:t>
            </a:r>
            <a:r>
              <a:rPr altLang="en-US" lang="en-US"/>
              <a:t>has</a:t>
            </a:r>
            <a:r>
              <a:rPr altLang="en-US" lang="en-US"/>
              <a:t> </a:t>
            </a:r>
            <a:r>
              <a:rPr altLang="en-US" lang="en-US"/>
              <a:t>t</a:t>
            </a:r>
            <a:r>
              <a:rPr altLang="en-US" lang="en-US"/>
              <a:t>h</a:t>
            </a:r>
            <a:r>
              <a:rPr altLang="en-US" lang="en-US"/>
              <a:t>e</a:t>
            </a:r>
            <a:r>
              <a:rPr altLang="en-US" lang="en-US"/>
              <a:t> </a:t>
            </a:r>
            <a:r>
              <a:rPr altLang="en-US" lang="en-US"/>
              <a:t>h</a:t>
            </a:r>
            <a:r>
              <a:rPr altLang="en-US" lang="en-US"/>
              <a:t>i</a:t>
            </a:r>
            <a:r>
              <a:rPr altLang="en-US" lang="en-US"/>
              <a:t>g</a:t>
            </a:r>
            <a:r>
              <a:rPr altLang="en-US" lang="en-US"/>
              <a:t>h</a:t>
            </a:r>
            <a:r>
              <a:rPr altLang="en-US" lang="en-US"/>
              <a:t>e</a:t>
            </a:r>
            <a:r>
              <a:rPr altLang="en-US" lang="en-US"/>
              <a:t>s</a:t>
            </a:r>
            <a:r>
              <a:rPr altLang="en-US" lang="en-US"/>
              <a:t>t</a:t>
            </a:r>
            <a:r>
              <a:rPr altLang="en-US" lang="en-US"/>
              <a:t> </a:t>
            </a:r>
            <a:r>
              <a:rPr altLang="en-US" lang="en-US"/>
              <a:t>s</a:t>
            </a:r>
            <a:r>
              <a:rPr altLang="en-US" lang="en-US"/>
              <a:t>p</a:t>
            </a:r>
            <a:r>
              <a:rPr altLang="en-US" lang="en-US"/>
              <a:t>e</a:t>
            </a:r>
            <a:r>
              <a:rPr altLang="en-US" lang="en-US"/>
              <a:t>n</a:t>
            </a:r>
            <a:r>
              <a:rPr altLang="en-US" lang="en-US"/>
              <a:t>d</a:t>
            </a:r>
            <a:r>
              <a:rPr altLang="en-US" lang="en-US"/>
              <a:t>.</a:t>
            </a:r>
            <a:endParaRPr altLang="en-US" lang="zh-CN"/>
          </a:p>
          <a:p>
            <a:r>
              <a:rPr altLang="en-US" lang="en-US"/>
              <a:t>Infl</a:t>
            </a:r>
            <a:r>
              <a:rPr altLang="en-US" lang="en-US"/>
              <a:t>u</a:t>
            </a:r>
            <a:r>
              <a:rPr altLang="en-US" lang="en-US"/>
              <a:t>e</a:t>
            </a:r>
            <a:r>
              <a:rPr altLang="en-US" lang="en-US"/>
              <a:t>n</a:t>
            </a:r>
            <a:r>
              <a:rPr altLang="en-US" lang="en-US"/>
              <a:t>c</a:t>
            </a:r>
            <a:r>
              <a:rPr altLang="en-US" lang="en-US"/>
              <a:t>e</a:t>
            </a:r>
            <a:r>
              <a:rPr altLang="en-US" lang="en-US"/>
              <a:t>r</a:t>
            </a:r>
            <a:r>
              <a:rPr altLang="en-US" lang="en-US"/>
              <a:t>_</a:t>
            </a:r>
            <a:r>
              <a:rPr altLang="en-US" lang="en-US"/>
              <a:t>C</a:t>
            </a:r>
            <a:r>
              <a:rPr altLang="en-US" lang="en-US"/>
              <a:t>o</a:t>
            </a:r>
            <a:r>
              <a:rPr altLang="en-US" lang="en-US"/>
              <a:t>l</a:t>
            </a:r>
            <a:r>
              <a:rPr altLang="en-US" lang="en-US"/>
              <a:t>l</a:t>
            </a:r>
            <a:r>
              <a:rPr altLang="en-US" lang="en-US"/>
              <a:t>a</a:t>
            </a:r>
            <a:r>
              <a:rPr altLang="en-US" lang="en-US"/>
              <a:t>b</a:t>
            </a:r>
            <a:r>
              <a:rPr altLang="en-US" lang="en-US"/>
              <a:t> </a:t>
            </a:r>
            <a:r>
              <a:rPr altLang="en-US" lang="en-US"/>
              <a:t>w</a:t>
            </a:r>
            <a:r>
              <a:rPr altLang="en-US" lang="en-US"/>
              <a:t>ith </a:t>
            </a:r>
            <a:r>
              <a:rPr altLang="en-US" lang="en-US"/>
              <a:t>2</a:t>
            </a:r>
            <a:r>
              <a:rPr altLang="en-US" lang="en-US"/>
              <a:t>4</a:t>
            </a:r>
            <a:r>
              <a:rPr altLang="en-US" lang="en-US"/>
              <a:t>.</a:t>
            </a:r>
            <a:r>
              <a:rPr altLang="en-US" lang="en-US"/>
              <a:t>8</a:t>
            </a:r>
            <a:r>
              <a:rPr altLang="en-US" lang="en-US"/>
              <a:t>%</a:t>
            </a:r>
            <a:r>
              <a:rPr altLang="en-US" lang="en-US"/>
              <a:t> </a:t>
            </a:r>
            <a:r>
              <a:rPr altLang="en-US" lang="en-US"/>
              <a:t>c</a:t>
            </a:r>
            <a:r>
              <a:rPr altLang="en-US" lang="en-US"/>
              <a:t>l</a:t>
            </a:r>
            <a:r>
              <a:rPr altLang="en-US" lang="en-US"/>
              <a:t>i</a:t>
            </a:r>
            <a:r>
              <a:rPr altLang="en-US" lang="en-US"/>
              <a:t>c</a:t>
            </a:r>
            <a:r>
              <a:rPr altLang="en-US" lang="en-US"/>
              <a:t>k</a:t>
            </a:r>
            <a:r>
              <a:rPr altLang="en-US" lang="en-US"/>
              <a:t>s</a:t>
            </a:r>
            <a:r>
              <a:rPr altLang="en-US" lang="en-US"/>
              <a:t>.</a:t>
            </a:r>
            <a:endParaRPr altLang="en-US"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Challenges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Missing revenue for Facebook &amp; TikTok</a:t>
            </a:r>
            <a:r>
              <a:rPr lang="en-US"/>
              <a:t>;</a:t>
            </a:r>
            <a:r>
              <a:rPr lang="en-US"/>
              <a:t> </a:t>
            </a:r>
            <a:r>
              <a:rPr lang="en-US"/>
              <a:t>t</a:t>
            </a:r>
            <a:r>
              <a:rPr lang="en-US"/>
              <a:t>h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f</a:t>
            </a:r>
            <a:r>
              <a:rPr lang="en-US"/>
              <a:t>o</a:t>
            </a:r>
            <a:r>
              <a:rPr lang="en-US"/>
              <a:t>re</a:t>
            </a:r>
            <a:r>
              <a:rPr lang="en-US"/>
              <a:t> </a:t>
            </a:r>
            <a:r>
              <a:rPr lang="en-US"/>
              <a:t>t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 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v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ue</a:t>
            </a:r>
            <a:r>
              <a:rPr lang="en-US"/>
              <a:t> </a:t>
            </a:r>
            <a:r>
              <a:rPr lang="en-US"/>
              <a:t>an</a:t>
            </a:r>
            <a:r>
              <a:rPr lang="en-US"/>
              <a:t>d</a:t>
            </a:r>
            <a:r>
              <a:rPr lang="en-US"/>
              <a:t> </a:t>
            </a:r>
            <a:r>
              <a:rPr lang="en-US"/>
              <a:t>revenue</a:t>
            </a:r>
            <a:r>
              <a:rPr lang="en-US"/>
              <a:t> </a:t>
            </a:r>
            <a:r>
              <a:rPr lang="en-US"/>
              <a:t>metric</a:t>
            </a:r>
            <a:r>
              <a:rPr lang="en-US"/>
              <a:t> </a:t>
            </a:r>
            <a:r>
              <a:rPr lang="en-US"/>
              <a:t> </a:t>
            </a:r>
            <a:r>
              <a:rPr lang="en-US"/>
              <a:t>l</a:t>
            </a:r>
            <a:r>
              <a:rPr lang="en-US"/>
              <a:t>i</a:t>
            </a:r>
            <a:r>
              <a:rPr lang="en-US"/>
              <a:t>k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R</a:t>
            </a:r>
            <a:r>
              <a:rPr lang="en-US"/>
              <a:t>O</a:t>
            </a:r>
            <a:r>
              <a:rPr lang="en-US"/>
              <a:t>A</a:t>
            </a:r>
            <a:r>
              <a:rPr lang="en-US"/>
              <a:t>S</a:t>
            </a:r>
            <a:r>
              <a:rPr lang="en-US"/>
              <a:t>(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t</a:t>
            </a:r>
            <a:r>
              <a:rPr lang="en-US"/>
              <a:t>u</a:t>
            </a:r>
            <a:r>
              <a:rPr lang="en-US"/>
              <a:t>r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d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p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d</a:t>
            </a:r>
            <a:r>
              <a:rPr lang="en-US"/>
              <a:t>)</a:t>
            </a:r>
            <a:r>
              <a:rPr lang="en-US"/>
              <a:t> </a:t>
            </a:r>
            <a:r>
              <a:rPr lang="en-US"/>
              <a:t>w</a:t>
            </a:r>
            <a:r>
              <a:rPr lang="en-US"/>
              <a:t>a</a:t>
            </a:r>
            <a:r>
              <a:rPr lang="en-US"/>
              <a:t>s</a:t>
            </a:r>
            <a:r>
              <a:rPr lang="en-US"/>
              <a:t> </a:t>
            </a:r>
            <a:r>
              <a:rPr lang="en-US"/>
              <a:t>n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cal</a:t>
            </a:r>
            <a:r>
              <a:rPr lang="en-US"/>
              <a:t>c</a:t>
            </a:r>
            <a:r>
              <a:rPr lang="en-US"/>
              <a:t>u</a:t>
            </a:r>
            <a:r>
              <a:rPr lang="en-US"/>
              <a:t>l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e</a:t>
            </a:r>
            <a:r>
              <a:rPr lang="en-US"/>
              <a:t>d</a:t>
            </a:r>
            <a:r>
              <a:rPr lang="en-US"/>
              <a:t>.</a:t>
            </a:r>
            <a:endParaRPr altLang="en-US"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/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Recommendations</a:t>
            </a: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Reallocate budget to high-performing channels</a:t>
            </a:r>
            <a:r>
              <a:rPr lang="en-US"/>
              <a:t>.</a:t>
            </a:r>
            <a:endParaRPr altLang="en-US" lang="zh-CN"/>
          </a:p>
          <a:p>
            <a:r>
              <a:rPr altLang="en-US" lang="en-US"/>
              <a:t>Choose </a:t>
            </a:r>
            <a:r>
              <a:rPr altLang="en-US" lang="en-US"/>
              <a:t>h</a:t>
            </a:r>
            <a:r>
              <a:rPr altLang="en-US" lang="en-US"/>
              <a:t>i</a:t>
            </a:r>
            <a:r>
              <a:rPr altLang="en-US" lang="en-US"/>
              <a:t>g</a:t>
            </a:r>
            <a:r>
              <a:rPr altLang="en-US" lang="en-US"/>
              <a:t>h</a:t>
            </a:r>
            <a:r>
              <a:rPr altLang="en-US" lang="en-US"/>
              <a:t> </a:t>
            </a:r>
            <a:r>
              <a:rPr altLang="en-US" lang="en-US"/>
              <a:t>o</a:t>
            </a:r>
            <a:r>
              <a:rPr altLang="en-US" lang="en-US"/>
              <a:t>r</a:t>
            </a:r>
            <a:r>
              <a:rPr altLang="en-US" lang="en-US"/>
              <a:t> </a:t>
            </a:r>
            <a:r>
              <a:rPr altLang="en-US" lang="en-US"/>
              <a:t>l</a:t>
            </a:r>
            <a:r>
              <a:rPr altLang="en-US" lang="en-US"/>
              <a:t>o</a:t>
            </a:r>
            <a:r>
              <a:rPr altLang="en-US" lang="en-US"/>
              <a:t>w</a:t>
            </a:r>
            <a:r>
              <a:rPr altLang="en-US" lang="en-US"/>
              <a:t> </a:t>
            </a:r>
            <a:r>
              <a:rPr altLang="en-US" lang="en-US"/>
              <a:t>s</a:t>
            </a:r>
            <a:r>
              <a:rPr altLang="en-US" lang="en-US"/>
              <a:t>pend</a:t>
            </a:r>
            <a:r>
              <a:rPr altLang="en-US" lang="en-US"/>
              <a:t> </a:t>
            </a:r>
            <a:r>
              <a:rPr altLang="en-US" lang="en-US"/>
              <a:t>a</a:t>
            </a:r>
            <a:r>
              <a:rPr altLang="en-US" lang="en-US"/>
              <a:t>d</a:t>
            </a:r>
            <a:r>
              <a:rPr altLang="en-US" lang="en-US"/>
              <a:t>g</a:t>
            </a:r>
            <a:r>
              <a:rPr altLang="en-US" lang="en-US"/>
              <a:t>r</a:t>
            </a:r>
            <a:r>
              <a:rPr altLang="en-US" lang="en-US"/>
              <a:t>o</a:t>
            </a:r>
            <a:r>
              <a:rPr altLang="en-US" lang="en-US"/>
              <a:t>u</a:t>
            </a:r>
            <a:r>
              <a:rPr altLang="en-US" lang="en-US"/>
              <a:t>p</a:t>
            </a:r>
            <a:r>
              <a:rPr altLang="en-US" lang="en-US"/>
              <a:t>s</a:t>
            </a:r>
            <a:r>
              <a:rPr altLang="en-US" lang="en-US"/>
              <a:t> </a:t>
            </a:r>
            <a:r>
              <a:rPr altLang="en-US" lang="en-US"/>
              <a:t>f</a:t>
            </a:r>
            <a:r>
              <a:rPr altLang="en-US" lang="en-US"/>
              <a:t>o</a:t>
            </a:r>
            <a:r>
              <a:rPr altLang="en-US" lang="en-US"/>
              <a:t>r</a:t>
            </a:r>
            <a:r>
              <a:rPr altLang="en-US" lang="en-US"/>
              <a:t> </a:t>
            </a:r>
            <a:r>
              <a:rPr altLang="en-US" lang="en-US"/>
              <a:t>a</a:t>
            </a:r>
            <a:r>
              <a:rPr altLang="en-US" lang="en-US"/>
              <a:t> </a:t>
            </a:r>
            <a:r>
              <a:rPr altLang="en-US" lang="en-US"/>
              <a:t>c</a:t>
            </a:r>
            <a:r>
              <a:rPr altLang="en-US" lang="en-US"/>
              <a:t>o</a:t>
            </a:r>
            <a:r>
              <a:rPr altLang="en-US" lang="en-US"/>
              <a:t>r</a:t>
            </a:r>
            <a:r>
              <a:rPr altLang="en-US" lang="en-US"/>
              <a:t>r</a:t>
            </a:r>
            <a:r>
              <a:rPr altLang="en-US" lang="en-US"/>
              <a:t>e</a:t>
            </a:r>
            <a:r>
              <a:rPr altLang="en-US" lang="en-US"/>
              <a:t>s</a:t>
            </a:r>
            <a:r>
              <a:rPr altLang="en-US" lang="en-US"/>
              <a:t>p</a:t>
            </a:r>
            <a:r>
              <a:rPr altLang="en-US" lang="en-US"/>
              <a:t>o</a:t>
            </a:r>
            <a:r>
              <a:rPr altLang="en-US" lang="en-US"/>
              <a:t>n</a:t>
            </a:r>
            <a:r>
              <a:rPr altLang="en-US" lang="en-US"/>
              <a:t>d</a:t>
            </a:r>
            <a:r>
              <a:rPr altLang="en-US" lang="en-US"/>
              <a:t>i</a:t>
            </a:r>
            <a:r>
              <a:rPr altLang="en-US" lang="en-US"/>
              <a:t>n</a:t>
            </a:r>
            <a:r>
              <a:rPr altLang="en-US" lang="en-US"/>
              <a:t>g</a:t>
            </a:r>
            <a:r>
              <a:rPr altLang="en-US" lang="en-US"/>
              <a:t> </a:t>
            </a:r>
            <a:r>
              <a:rPr altLang="en-US" lang="en-US"/>
              <a:t>b</a:t>
            </a:r>
            <a:r>
              <a:rPr altLang="en-US" lang="en-US"/>
              <a:t>u</a:t>
            </a:r>
            <a:r>
              <a:rPr altLang="en-US" lang="en-US"/>
              <a:t>d</a:t>
            </a:r>
            <a:r>
              <a:rPr altLang="en-US" lang="en-US"/>
              <a:t>g</a:t>
            </a:r>
            <a:r>
              <a:rPr altLang="en-US" lang="en-US"/>
              <a:t>e</a:t>
            </a:r>
            <a:r>
              <a:rPr altLang="en-US" lang="en-US"/>
              <a:t>t</a:t>
            </a:r>
            <a:r>
              <a:rPr altLang="en-US" lang="en-US"/>
              <a:t>.</a:t>
            </a:r>
            <a:endParaRPr altLang="en-US" lang="zh-CN"/>
          </a:p>
          <a:p>
            <a:r>
              <a:rPr altLang="en-US" lang="en-US"/>
              <a:t>Googl</a:t>
            </a:r>
            <a:r>
              <a:rPr altLang="en-US" lang="en-US"/>
              <a:t>e</a:t>
            </a:r>
            <a:r>
              <a:rPr altLang="en-US" lang="en-US"/>
              <a:t> </a:t>
            </a:r>
            <a:r>
              <a:rPr altLang="en-US" lang="en-US"/>
              <a:t>a</a:t>
            </a:r>
            <a:r>
              <a:rPr altLang="en-US" lang="en-US"/>
              <a:t>d</a:t>
            </a:r>
            <a:r>
              <a:rPr altLang="en-US" lang="en-US"/>
              <a:t>s</a:t>
            </a:r>
            <a:r>
              <a:rPr altLang="en-US" lang="en-US"/>
              <a:t> </a:t>
            </a:r>
            <a:r>
              <a:rPr altLang="en-US" lang="en-US"/>
              <a:t>mi</a:t>
            </a:r>
            <a:r>
              <a:rPr altLang="en-US" lang="en-US"/>
              <a:t>g</a:t>
            </a:r>
            <a:r>
              <a:rPr altLang="en-US" lang="en-US"/>
              <a:t>h</a:t>
            </a:r>
            <a:r>
              <a:rPr altLang="en-US" lang="en-US"/>
              <a:t>t</a:t>
            </a:r>
            <a:r>
              <a:rPr altLang="en-US" lang="en-US"/>
              <a:t> </a:t>
            </a:r>
            <a:r>
              <a:rPr altLang="en-US" lang="en-US"/>
              <a:t>b</a:t>
            </a:r>
            <a:r>
              <a:rPr altLang="en-US" lang="en-US"/>
              <a:t>e</a:t>
            </a:r>
            <a:r>
              <a:rPr altLang="en-US" lang="en-US"/>
              <a:t> </a:t>
            </a:r>
            <a:r>
              <a:rPr altLang="en-US" lang="en-US"/>
              <a:t>b</a:t>
            </a:r>
            <a:r>
              <a:rPr altLang="en-US" lang="en-US"/>
              <a:t>e</a:t>
            </a:r>
            <a:r>
              <a:rPr altLang="en-US" lang="en-US"/>
              <a:t>s</a:t>
            </a:r>
            <a:r>
              <a:rPr altLang="en-US" lang="en-US"/>
              <a:t>t</a:t>
            </a:r>
            <a:r>
              <a:rPr altLang="en-US" lang="en-US"/>
              <a:t> </a:t>
            </a:r>
            <a:r>
              <a:rPr altLang="en-US" lang="en-US"/>
              <a:t>f</a:t>
            </a:r>
            <a:r>
              <a:rPr altLang="en-US" lang="en-US"/>
              <a:t>o</a:t>
            </a:r>
            <a:r>
              <a:rPr altLang="en-US" lang="en-US"/>
              <a:t>r</a:t>
            </a:r>
            <a:r>
              <a:rPr altLang="en-US" lang="en-US"/>
              <a:t> </a:t>
            </a:r>
            <a:r>
              <a:rPr altLang="en-US" lang="en-US"/>
              <a:t>optimum</a:t>
            </a:r>
            <a:r>
              <a:rPr altLang="en-US" lang="en-US"/>
              <a:t> </a:t>
            </a:r>
            <a:r>
              <a:rPr altLang="en-US" lang="en-US"/>
              <a:t>s</a:t>
            </a:r>
            <a:r>
              <a:rPr altLang="en-US" lang="en-US"/>
              <a:t>p</a:t>
            </a:r>
            <a:r>
              <a:rPr altLang="en-US" lang="en-US"/>
              <a:t>e</a:t>
            </a:r>
            <a:r>
              <a:rPr altLang="en-US" lang="en-US"/>
              <a:t>n</a:t>
            </a:r>
            <a:r>
              <a:rPr altLang="en-US" lang="en-US"/>
              <a:t>d</a:t>
            </a:r>
            <a:r>
              <a:rPr altLang="en-US" lang="en-US"/>
              <a:t> </a:t>
            </a:r>
            <a:r>
              <a:rPr altLang="en-US" lang="en-US"/>
              <a:t>a</a:t>
            </a:r>
            <a:r>
              <a:rPr altLang="en-US" lang="en-US"/>
              <a:t>n</a:t>
            </a:r>
            <a:r>
              <a:rPr altLang="en-US" lang="en-US"/>
              <a:t>d</a:t>
            </a:r>
            <a:r>
              <a:rPr altLang="en-US" lang="en-US"/>
              <a:t> </a:t>
            </a:r>
            <a:r>
              <a:rPr altLang="en-US" lang="en-US"/>
              <a:t>c</a:t>
            </a:r>
            <a:r>
              <a:rPr altLang="en-US" lang="en-US"/>
              <a:t>o</a:t>
            </a:r>
            <a:r>
              <a:rPr altLang="en-US" lang="en-US"/>
              <a:t>n</a:t>
            </a:r>
            <a:r>
              <a:rPr altLang="en-US" lang="en-US"/>
              <a:t>v</a:t>
            </a:r>
            <a:r>
              <a:rPr altLang="en-US" lang="en-US"/>
              <a:t>e</a:t>
            </a:r>
            <a:r>
              <a:rPr altLang="en-US" lang="en-US"/>
              <a:t>r</a:t>
            </a:r>
            <a:r>
              <a:rPr altLang="en-US" lang="en-US"/>
              <a:t>s</a:t>
            </a:r>
            <a:r>
              <a:rPr altLang="en-US" lang="en-US"/>
              <a:t>i</a:t>
            </a:r>
            <a:r>
              <a:rPr altLang="en-US" lang="en-US"/>
              <a:t>o</a:t>
            </a:r>
            <a:r>
              <a:rPr altLang="en-US" lang="en-US"/>
              <a:t>n</a:t>
            </a:r>
            <a:r>
              <a:rPr altLang="en-US" lang="en-US"/>
              <a:t>.</a:t>
            </a:r>
            <a:endParaRPr altLang="en-US"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Augustine Nweke</dc:creator>
  <cp:lastModifiedBy>Steve Canny</cp:lastModifiedBy>
  <dcterms:created xsi:type="dcterms:W3CDTF">2013-01-26T23:14:16Z</dcterms:created>
  <dcterms:modified xsi:type="dcterms:W3CDTF">2026-04-09T14:48:20Z</dcterms:modified>
</cp:coreProperties>
</file>